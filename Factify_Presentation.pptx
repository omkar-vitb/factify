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202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3108960" cy="31089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000000"/>
                </a:solidFill>
              </a:rPr>
              <a:t>🔎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94360" y="24688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FACTIFY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News Authenticity Detector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Vector Machine approach to flagging fake news headlines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92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Presentation  |  Team Lead: Omkar Kumar (25BAI10893)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Statement, Objective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3A3F5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spreads rapidly through WhatsApp forwards and social media in India, often mimicking real news formatting and tone — making manual verification slow and unreliable at scale.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3A3F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26280" y="32004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model that analyzes the linguistic patterns of a news statement and predicts whether it is likely Real or Fake, giving users an instant, first-pass credibility check.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4F6FC"/>
          </a:solidFill>
          <a:ln/>
          <a:effectLst>
            <a:outerShdw blurRad="101600" dist="38100" dir="5400000" algn="bl" rotWithShape="0">
              <a:srgbClr val="3A3F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965960"/>
            <a:ext cx="640080" cy="6400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75320" y="274320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275320" y="320040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short Indian news headlines/claims in English (IFND dataset). Delivered as a lightweight, interactive Streamlit web app — not a replacement for professional fact-checking.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/ Software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🖥️  Hardware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PC / laptop (dual-core CPU or better)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4 GB RAM (8 GB recommended for smooth training)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MB free disk space for dataset &amp; model artifacts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connection (dataset download, package installs)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011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🧰  Software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55080" y="2651760"/>
            <a:ext cx="4480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LinearSVC model &amp; TF-IDF vectorizer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dataset loading &amp; cleaning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interactive web app frontend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confidence score computation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— model &amp; vectorizer serialization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/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6636" y="228600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3A3F5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20848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8076" y="25786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8076" y="30632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IFND CSV loaded;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 &amp; label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35708" y="3200400"/>
            <a:ext cx="14630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09444" y="228600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3A3F5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54096" y="20848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00884" y="25786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Mapping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00884" y="30632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Text/numeric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mapped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0 (Fake) / 1 (Real)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28516" y="3200400"/>
            <a:ext cx="14630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02252" y="228600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3A3F5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46904" y="20848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93692" y="25786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93692" y="30632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the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column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1324" y="3200400"/>
            <a:ext cx="14630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95060" y="228600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3A3F5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20848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86500" y="25786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86500" y="30632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10,000 features,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stop-words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14132" y="3200400"/>
            <a:ext cx="14630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87868" y="228600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3A3F5A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32520" y="20848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179308" y="25786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LinearSVC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179308" y="30632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learns the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06940" y="3200400"/>
            <a:ext cx="14630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80676" y="2286000"/>
            <a:ext cx="1691640" cy="182880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3A3F5A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625328" y="2084832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25328" y="20848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072116" y="257860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072116" y="3063240"/>
            <a:ext cx="1508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→ vector →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score →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confidence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(train.py): steps 1–5 run once to produce svm_model.pkl &amp; tfidf_vectorizer.pkl   |   Online (app.py): step 6 loads those artifacts for live predictions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EXAMPLE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a Plausible Real Claim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 w="12700">
            <a:solidFill>
              <a:srgbClr val="D9DEEF"/>
            </a:solidFill>
            <a:prstDash val="solid"/>
          </a:ln>
        </p:spPr>
      </p:sp>
      <p:pic>
        <p:nvPicPr>
          <p:cNvPr id="5" name="Image 0" descr="/home/claude/factify/Screenshot_2026-09-07_2211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577840" cy="3867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Statement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03720" y="2240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"ISRO : we found water on mars"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03720" y="29718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E6F4EC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Likely Real News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3474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75.4%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4251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phrasing resembles a formal institutional statement ("ISRO :"), a pattern the TF-IDF model associates more strongly with verified news sources.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EXAMPLE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Flagging a Viral Misinformation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 w="12700">
            <a:solidFill>
              <a:srgbClr val="D9DEEF"/>
            </a:solidFill>
            <a:prstDash val="solid"/>
          </a:ln>
        </p:spPr>
      </p:sp>
      <p:pic>
        <p:nvPicPr>
          <p:cNvPr id="5" name="Image 0" descr="/home/claude/factify/Screenshot_2026-09-07_2212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57784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0372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Statement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03720" y="22402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"ISRO : we found water on mars, claims a viral whatsapp chat"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903720" y="32004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0" y="33375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Likely Fake News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75.3%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0372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Appending "claims a viral whatsapp chat" introduces hedging language typical of unverified forwards — the model correctly flips its verdict despite an identical core claim.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Usability &amp;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Fact-Checking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40487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paste a forwarded headline and get an instant, first-pass credibility signal before sharing it further.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7568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Newsroom Triage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60920" y="240487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 and editors can quickly flag suspicious claims for deeper manual verification, saving review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6168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61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297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Literacy Tool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69087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to students how language patterns — not just facts — can betray misinformation, building critical reading habits.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06908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361688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61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60920" y="4297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Moderation Aid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360920" y="4690872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as a pre-screening layer for social platforms or WhatsApp-forward checkers to reduce viral spread.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TEAMWORK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of Each Member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977640" y="17830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1783080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Kumar (Leader)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77640" y="224028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25BAI10893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06440" y="2240280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 design, TF-IDF &amp; LinearSVC training, Streamlit app integration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62072"/>
            <a:ext cx="11064240" cy="621792"/>
          </a:xfrm>
          <a:prstGeom prst="rect">
            <a:avLst/>
          </a:prstGeom>
          <a:solidFill>
            <a:srgbClr val="F4F6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6207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Yadav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977640" y="2862072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25BAI10946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06440" y="2862072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cleaning, label mapping &amp; preprocessing logic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8386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Vaidant Udawat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483864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25BAI10266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06440" y="3483864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UI/UX design and result presentation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11064240" cy="621792"/>
          </a:xfrm>
          <a:prstGeom prst="rect">
            <a:avLst/>
          </a:prstGeom>
          <a:solidFill>
            <a:srgbClr val="F4F6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10565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Sinha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77640" y="4105656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25BAI10556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06440" y="4105656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evaluation, classification report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727448"/>
            <a:ext cx="110642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72744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Nyasha Kumari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977640" y="4727448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25BAI10550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06440" y="4727448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testing &amp; sample case validation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64240" cy="621792"/>
          </a:xfrm>
          <a:prstGeom prst="rect">
            <a:avLst/>
          </a:prstGeom>
          <a:solidFill>
            <a:srgbClr val="F4F6FC"/>
          </a:solidFill>
          <a:ln w="6350">
            <a:solidFill>
              <a:srgbClr val="E4E7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34924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Arya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77640" y="5349240"/>
            <a:ext cx="1600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25BAI11192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806440" y="5349240"/>
            <a:ext cx="5715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 and project coordination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IFND Dataset (Kaggle)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128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Fake News Dataset — used to train and evaluate the classifier.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kaggle.com/datasets/sonalgarg174/ifnd-dataset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 Documentation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2644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and LinearSVC reference for feature extraction and model training.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scikit-learn.org/stable/documentation.html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931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Documentation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3159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build the interactive web interface for real-time predictions.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docs.streamlit.io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Documentation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3675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dataset loading, cleaning, and label preprocessing.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pandas.pydata.org/docs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Factify — Indian News Authenticity Detector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10769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76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Kumar  •  Leader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4414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25BAI10893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6720840" y="210769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1076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5236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Yadav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52360" y="24414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25BAI10946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3878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878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45920" y="3337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Vaidant Udawat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721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25BAI10266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46520" y="31546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338785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3878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3337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Sinha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52360" y="3721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25BAI10556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66801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6680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45920" y="4617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Nyasha Kumari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45920" y="5001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25BAI10550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46520" y="44348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4668012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46680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4617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Anirudh Arya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52360" y="50017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25BAI11192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830</Words>
  <Application>Microsoft Office PowerPoint</Application>
  <PresentationFormat>Widescreen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 LAPTOP</cp:lastModifiedBy>
  <cp:revision>2</cp:revision>
  <dcterms:created xsi:type="dcterms:W3CDTF">2026-09-07T16:57:24Z</dcterms:created>
  <dcterms:modified xsi:type="dcterms:W3CDTF">2026-09-07T17:06:48Z</dcterms:modified>
</cp:coreProperties>
</file>